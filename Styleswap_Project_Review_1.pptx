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 | Final Year | Department of Computer Science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Second-Hand Fashion, Sustainable Thrift &amp; Direct Clothing Exchange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circular fashion economy through peer-to-peer garment swaps, fair Indian ₹ resale valuation, and escrow protection.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34747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Under Guidance: Mrs. Geeta Patil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206240"/>
            <a:ext cx="45720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475488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Mahammad Aftab   2RH23CS028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Omnateeta V U    2RH23CS038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Pruthvi Gokak    2RH23CS046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 Hakki       2RH23CS047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4206240"/>
            <a:ext cx="45720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&amp; Department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Engineering College, Hulkoti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 – 2026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Phase: Review 1 / Stage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STYLESWAP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is a circular fashion &amp; peer-to-peer thrift exchange platform built to combat fast fashion waste in India. Rather than treating pre-loved clothes as disposable waste, Styleswap provides a trusted digital marketplace where thrifters and conscious consumers can swap, buy, sell, and earn rewards securely.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68880"/>
            <a:ext cx="128016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THRIFT MARKET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curated second-hand fashion, streetwear, ethnic wear, and kicks with real condition tags and flat lay sizing.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468880"/>
            <a:ext cx="1280160" cy="22860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468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WARDROBE SWAP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033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direct 1-to-1 clothing swaps with counter-offer negotiations, wishlist matching, and dual courier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468880"/>
            <a:ext cx="128016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68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DIRECT RESALE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SELL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pre-loved garments in Indian Rupees (₹) with zero listing fees, transparent pricing, and instant UPI checkout.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2860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468880"/>
            <a:ext cx="1463040" cy="22860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2468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CIRCULAR REWARDS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897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SUSTAIN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loyalty points on every verified transaction (10 Pts = ₹100 Off) and divert wearable clothes from landfills.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5212080" cy="164592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Pillars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3035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Transparency: Real defect photos &amp; measurements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Swap Engine: Structured negotiation &amp; item barter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Escrow Protection: Insured buyer inspection period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5212080" cy="164592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3035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on Styleswap is engineered around Trust and Circularity. Buyers get exact fit verification before payment release, sellers monetize unworn clothes, and wearable garments stay in circulation.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Indian consumers and college youth face significant friction when trying to embrace sustainable fashion — not due to lack of clothes, but lack of trusted peer-to-peer exchange and authentic thrifting infrastructure.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2120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Fashion &amp; Textile Waste Crisis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85% of textiles end up in landfills each year. Cheap fast fashion creates closets full of unworn garments with zero structured avenues for responsible reuse.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2120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Direct Barter / Swapping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ecommerce platforms only permit one-way cash purchases. There is no platform enabling cashless 1-to-1 clothing trades between conscious thrifters.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52120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Trust Deficit in Social Selling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 commerce currently happens on unmonitored WhatsApp/Instagram pages prone to scams, misleading condition claims, and ghosted payments.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521208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Sizing &amp; High Return Costs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Second-hand clothes lack standard tags due to shrinking or vintage origins. Without flat lay measurements, buyers suffer high fit disappointment.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120640"/>
            <a:ext cx="0" cy="1005840"/>
          </a:xfrm>
          <a:prstGeom prst="line">
            <a:avLst/>
          </a:prstGeom>
          <a:noFill/>
          <a:ln w="508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</a:rPr>
              <a:t>“The problem is not just fast fashion waste — it is the absence of a reliable, trusted platform that turns idle wardrobes into active community fashion assets.”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User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Styleswap is designed around an intuitive 6-stage circular fashion workflow, guiding users from closet listing through secure negotiation, transaction, and verification.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register / login with JWT &amp; session authentication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 Garment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item photos, condition grade, size pills &amp; ₹ price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size, price range &amp; Indian location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Offer / Swap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5-step swap barter or direct cash purchase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Escrow 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UPI/COD payment with 24-hr thrift inspection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201168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Points Reward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0" y="2560320"/>
            <a:ext cx="1234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loyalty points to redeem on future wardrobe orders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Condition Truth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51206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requires explicit condition grading (Brand New, Gently Used, Vintage) and physical flat measurements to prevent fit mismatches.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5720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Swap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51206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counter-offer logic permits both swappers to adjust offered items until mutual acceptance is reached.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572000"/>
            <a:ext cx="3383280" cy="173736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Courier Security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75320" y="51206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held securely in platform escrow until the buyer confirms physical item condition matches listing claims.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(Embedded JavaScript Templating)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(Utility-first styling)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JavaScript (ES6+ client modules)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 &amp; Dynamic Media Viewer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APPLICATION LOGIC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(Asynchronous runtime engine)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(MVC routing &amp; middleware)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(Multipart image file handling)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 (Secure password hashing)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DATA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 Document Store)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(Schema validation)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 Cluster Deployment)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Fallback &amp; Auto-Seeding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212080" cy="219456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29768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97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SECURITY PROTOCOLS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983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Tokens) for REST API routes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Session Cookies for browser navigation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(Buyer, Seller, Admin)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&amp; MongoDB Injection Guards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212080" cy="219456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29768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97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DEVOPS &amp; DEPLOYMENT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Deployment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4983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(Development &amp; Debugging Environment)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(Version control &amp; collaboration)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 (Continuous deployment pipeline)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 LTS &amp; NPM dependency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User Roles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Buyers, Sellers, Swappers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via JWT &amp; Session Cookies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155448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97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Moderation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89720" y="2103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 Portal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Moderation, User Ban &amp; Escrow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10698480" cy="192024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</a:rPr>
              <a:t>CORE APPLICATION ENGINE (Express.js + Node.js MVC)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566160"/>
            <a:ext cx="237744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&amp; Catalog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upload, categorization, condition tagging &amp; search filters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566160"/>
            <a:ext cx="237744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Swap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trade negotiation, counter-offers &amp; dual shipping 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566160"/>
            <a:ext cx="237744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Redeemable loyalty points, address capture, UPI QR &amp; COD options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0" y="3566160"/>
            <a:ext cx="2377440" cy="128016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Escrow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1540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 = ₹100 rule, 24-hr condition warranty &amp; escrow payouts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5303520"/>
            <a:ext cx="7040880" cy="109728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5669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MONGODB DATABASE (Users, Listings, Swaps, Orders, Transactions, Categories)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IMPLEMENTED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Thrift Marketplace &amp; Listings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The Listings module provides the foundational supply layer for Styleswap. Sellers can create detailed pre-loved clothing listings in minutes with full condition transparency.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212080" cy="4297680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 &amp; Functional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Upload with instant client-side preview thumbnails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into Streetwear, Tops, Bottoms, Vintage, Footwear &amp; Ethnic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Size Pills for Tops (XS-XXL), Bottoms (Waist 28-38), Footwear (UK 6-11)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Flat Lay Measurements field (pit-to-pit, waist, length)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Condition Grading: New with Tags, Like New, Gently Used, Vintage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Indian Currency (₹) pricing with automatic currency formatting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Configuration: Sell Only, Swap Only, or Open to Both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buyer uncertainty by demanding structured condition reports and flat measurements upfront. This eliminates the 30% return rate common in generic apparel ecommerce.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29768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Second-Hand Clothes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8463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Pre-loved fashion items have unique wear patterns, washes, and vintage shrinking. Standard S/M/L tags fail without exact measurements and real, unedited photos.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IMPLEMENTED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5-Step Wardrobe Swap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The Wardrobe Swap engine facilitates cashless 1-to-1 clothing barter between community members, featuring real-time counter-offers and dual courier tracking.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Propose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5486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selects an item from their closet to exchange for receiver listing.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Negotiate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5486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reviews proposer item and can accept, decline, or counter-offer.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Lock Trade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5486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mutually confirm the swap parameters and swap terms.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Waybills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5166360"/>
            <a:ext cx="5486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issues paired courier tracking codes (DLV-SWAP-XXXX).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Completion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6035040"/>
            <a:ext cx="5486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items delivered and verified, releasing loyalty points to both users.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2011680"/>
            <a:ext cx="4480560" cy="210312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Matching &amp; Preferences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25603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 publish their swap wishlist (e.g. “Looking for Nike Dunks UK 9 or oversized vintage flannel”). Interested thrifters instantly see if they own matching garments.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4297680"/>
            <a:ext cx="448056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4480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Courier Shipping 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84632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coordinates paired pickup and doorstep delivery for both users simultaneously, ensuring neither party is left stranded without their swapped garment.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IMPLEMENTED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Loyalty Rewards &amp; Escrow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Styleswap incentivizes circular habits through an integrated loyalty reward currency and ensures financial security with a 24-hour thrift inspection escrow model.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INCENTIVE MECHANISM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Currency Rule: 10 Pts = ₹100 Off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earn points on successful sales, verified swaps, and orders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holds a tangible ₹10 redemption value at checkout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redemption buttons: 10 pts (-₹100), 20 pts (-₹200), or Max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balance deduction with transparent bill receipts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9456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CONSUMER PROTECTION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Thrift Inspection Escrow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in platform escrow upon customer checkout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receives 24-hour window upon delivery to verify condition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paid automatically upon verification or after 24 hours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reverse pickup provided for verified condition mismatches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10698480" cy="192024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72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Pan-India Checkout Experience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 form with Indian state dropdown and 6-digit PIN validation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UPI QR Code generation with instant VPA verification (@okhdfcbank, @okaxis, @ybl)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payment support: UPI QR, Debit/Credit Cards, NetBanking, and Cash on Delivery (COD)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Economy: From Closet to Relisting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Traditional fashion follows a linear model: Buy → Wear → Discard. Styleswap transforms garments into continuous circular assets that cycle through multiple users.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thrift drops &amp; peer closets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Acquire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65176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in ₹ or 1-to-1 swap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Inspect &amp; Wear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265176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escrow inspection warranty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1031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Earn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265176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loyalty rewards for circularity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21031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Re-Thrift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55480" y="265176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Relist item once outgrown or rotated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846320"/>
            <a:ext cx="0" cy="1097280"/>
          </a:xfrm>
          <a:prstGeom prst="line">
            <a:avLst/>
          </a:prstGeom>
          <a:noFill/>
          <a:ln w="508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</a:rPr>
              <a:t>“Every pre-loved item bought or swapped on Styleswap extends a garment’s lifecycle by an average of 2.2 years, reducing its carbon, water, and waste footprint by up to 73%.”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PLANNED DEVELOPMENT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Phase 1 established the core catalog, swap engine, cart checkout, and loyalty points. Phase 2 will focus on AI-assisted quality verification and hyperlocal physical networks.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860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COMPUTER VISION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Garment Defect Inspection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analysis of uploaded photos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stains, tears &amp; fabric pills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authenticity verification for sneakers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market pricing based on historical sales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860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286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AUGMENTED REALITY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Virtual Fitting Room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 3D body mesh scanning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flat lay garment measurements on user avatar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fit tightness at chest, waist &amp; inseam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physical try-on friction for buyers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2860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286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HYPERLOCAL HUBS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7532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Thrift Hubs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9718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 drop-off &amp; pickup lockers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shipping cost for intra-campus swaps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club organized physical thrift popups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ambassador circular fashion chapters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Note: Phase 2 features are planned on the roadmap and will build directly upon Phase 1 review feedback and user adoption metrics.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Observations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OPERATIONAL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 Marketplace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creation, multi-image upload, size selectors, search filters, and catalog browsing fully operational.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OPERATIONAL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Swap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creation, counter-offers, trade acceptance, and dual tracking waybills tested end-to-end.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28800"/>
            <a:ext cx="1645920" cy="22860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OPERATIONAL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Loyalty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 = ₹100 redemption, dynamic UPI QR checkout, and balance deduction working seamlessly.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10698480" cy="2926080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5661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Empirical Observations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102412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Transparency Eliminates Disputes: Mandatory condition tags and flat lay sizing drastically reduce buyer hesitation.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Barter Attracts College Demographics: Direct clothing swaps enable students with limited cash budgets to refresh wardrobes freely.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Drive Repeat Circulation: The ₹10/point incentive motivates users to relist garments rather than hoarding them.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Builds Trust: Holding payments until 24-hour inspection successfully bridges the trust gap inherent in peer thrifting.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IMPACT &amp;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0" cy="438912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Societal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Overcoming the Sizing Barrier in Resale: By mandating flat lay measurements (pit-to-pit, length) alongside tag sizes, Styleswap mitigates vintage shrinking ambiguity.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Decentralized Peer-to-Peer Logistics: Dual-courier tracking enables two swappers across different Indian cities to execute a synchronized swap without central warehousing.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Sustainable Economic Model: Zero listing fees lower entry barriers, while optional buyer protection escrow builds a self-sustaining transaction ecosystem.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Progressive User Engagement: Users transition naturally from one-time thrift buyers into active swappers and community sellers.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Project’s Central Proposition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“Styleswap is not just a marketplace to sell old clothes — it is a circular fashion platform that transforms idle garments into valuable trade currency.”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4023360"/>
            <a:ext cx="4937760" cy="201168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Cultural Shift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457200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normalizing second-hand fashion among youth, Styleswap replaces the stigma of used clothing with the cultural cachet of vintage curation, personal style, and climate action.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 | FINAL YEAR PROJECT REVIEW –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for STYLESWAP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0" cy="731520"/>
          </a:xfrm>
          <a:prstGeom prst="line">
            <a:avLst/>
          </a:prstGeom>
          <a:noFill/>
          <a:ln w="508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172A"/>
                </a:solidFill>
              </a:rPr>
              <a:t>“Styleswap aims to make circular fashion the default choice for the next generation of Indian consumers.”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212080" cy="146304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Wardrobes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individuals to circulate unworn fashion items until the end of their physical lifecycle, slashing textile landfill pollution.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212080" cy="146304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Personal Style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926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and conscious thrifters access to authentic streetwear, vintage brands, and ethnic wear at a fraction of retail prices.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5212080" cy="146304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Peer Barter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572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informal, scam-prone social media transactions with automated counter-offers, escrow security, and verified couriers.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212080" cy="146304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Sustainability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every sustainable fashion choice with tangible loyalty points that subsidize future thrift purchases.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✓ Phase 1 Complete: Core Marketplace, 5-Step Swaps, Cart, Loyalty &amp; Admin    |    ◎ Phase 2 Planned: AI Verification &amp; Campus Hubs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STYLESWAP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Second-Hand Fashion &amp; Sustainable Thrift Exchange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  |  Department of Computer Science &amp; Engineering  |  Rural Engineering College, Hulkoti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</a:rPr>
              <a:t>“Let’s Make Fashion Sustainable &amp; Circular Together.”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2026-09-16T08:54:35Z</dcterms:created>
  <dcterms:modified xsi:type="dcterms:W3CDTF">2026-09-16T08:54:35Z</dcterms:modified>
</cp:coreProperties>
</file>